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7" r:id="rId3"/>
    <p:sldId id="258" r:id="rId4"/>
    <p:sldId id="260" r:id="rId5"/>
    <p:sldId id="262" r:id="rId6"/>
    <p:sldId id="264" r:id="rId7"/>
    <p:sldId id="265" r:id="rId8"/>
    <p:sldId id="268" r:id="rId9"/>
    <p:sldId id="269" r:id="rId10"/>
    <p:sldId id="270" r:id="rId11"/>
    <p:sldId id="271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1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8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7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1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7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0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0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7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4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0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6314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67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672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4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4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8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7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348" y="586970"/>
            <a:ext cx="4206038" cy="1646302"/>
          </a:xfrm>
        </p:spPr>
        <p:txBody>
          <a:bodyPr/>
          <a:lstStyle/>
          <a:p>
            <a:r>
              <a:rPr sz="4400" dirty="0"/>
              <a:t>Supply Chain Management</a:t>
            </a:r>
            <a:r>
              <a:rPr lang="en-US" sz="4400" dirty="0"/>
              <a:t> </a:t>
            </a:r>
            <a:r>
              <a:rPr sz="4400" dirty="0"/>
              <a:t>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256" y="2215243"/>
            <a:ext cx="5826719" cy="378977"/>
          </a:xfrm>
        </p:spPr>
        <p:txBody>
          <a:bodyPr/>
          <a:lstStyle/>
          <a:p>
            <a:r>
              <a:rPr dirty="0"/>
              <a:t>KPIs, Inventory, Sales &amp; Decision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F20F3-68D1-22B2-1428-5899F2D92264}"/>
              </a:ext>
            </a:extLst>
          </p:cNvPr>
          <p:cNvSpPr txBox="1"/>
          <p:nvPr/>
        </p:nvSpPr>
        <p:spPr>
          <a:xfrm>
            <a:off x="3717661" y="3215124"/>
            <a:ext cx="3275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Group Member Details: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1.Rahul Kumar R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2.Shivam Sharma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3.Preethu G R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4.Keerthiga N C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5.Tushar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Rajgure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6.Chetana Dable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7.Yogita Shinde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8.Mohammed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yaseen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65B52-C975-37EF-0BC7-5ABE1C7E751F}"/>
              </a:ext>
            </a:extLst>
          </p:cNvPr>
          <p:cNvSpPr txBox="1"/>
          <p:nvPr/>
        </p:nvSpPr>
        <p:spPr>
          <a:xfrm>
            <a:off x="1175578" y="2753459"/>
            <a:ext cx="2542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Group No : 6</a:t>
            </a:r>
            <a:endParaRPr lang="en-IN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D216-3EAD-A247-C423-6F84D189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5E3EA7-9FED-C84E-9823-D84897D7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8281"/>
            <a:ext cx="6898105" cy="3881437"/>
          </a:xfrm>
        </p:spPr>
        <p:txBody>
          <a:bodyPr>
            <a:normAutofit/>
          </a:bodyPr>
          <a:lstStyle/>
          <a:p>
            <a:r>
              <a:rPr dirty="0"/>
              <a:t>Domain: Supply Chain Management &amp; Analytics</a:t>
            </a:r>
            <a:r>
              <a:rPr lang="en-US" dirty="0"/>
              <a:t>.</a:t>
            </a:r>
            <a:endParaRPr dirty="0"/>
          </a:p>
          <a:p>
            <a:r>
              <a:rPr dirty="0"/>
              <a:t>Focus on sales, inventory, and regional performance</a:t>
            </a:r>
            <a:r>
              <a:rPr lang="en-US" dirty="0"/>
              <a:t>.</a:t>
            </a:r>
            <a:endParaRPr dirty="0"/>
          </a:p>
          <a:p>
            <a:r>
              <a:rPr dirty="0"/>
              <a:t>Goal: Support data-driven decision making using dashboards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Description : This project analyzes sales and inventory data to monitor key supply chain performance indicators such as MTD, QTD, YTD sales, product-wise performance, inventory levels, and stock status. Interactive dashboards were created using Excel, SQL, Power BI, and Tableau to identify demand trends, regional performance, and inventory imbalances, enabling data-driven decision-making and improved supply chain efficiency.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763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8824"/>
          </a:xfrm>
        </p:spPr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78424"/>
            <a:ext cx="6347714" cy="3880773"/>
          </a:xfrm>
        </p:spPr>
        <p:txBody>
          <a:bodyPr/>
          <a:lstStyle/>
          <a:p>
            <a:r>
              <a:rPr dirty="0"/>
              <a:t>Excel – Data cleaning &amp; KPI calculations</a:t>
            </a:r>
          </a:p>
          <a:p>
            <a:r>
              <a:rPr dirty="0"/>
              <a:t>SQL – Data extraction &amp; transformations</a:t>
            </a:r>
          </a:p>
          <a:p>
            <a:r>
              <a:rPr dirty="0"/>
              <a:t>Power BI – Interactive dashboards &amp; KPIs</a:t>
            </a:r>
          </a:p>
          <a:p>
            <a:r>
              <a:rPr dirty="0"/>
              <a:t>Tableau – Supply chain visual analytics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ECEABB-5E51-8F60-4F37-F30A45DBCE00}"/>
              </a:ext>
            </a:extLst>
          </p:cNvPr>
          <p:cNvSpPr txBox="1">
            <a:spLocks/>
          </p:cNvSpPr>
          <p:nvPr/>
        </p:nvSpPr>
        <p:spPr>
          <a:xfrm>
            <a:off x="609597" y="3216322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Sales Performance KPIs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0B7554-D0A0-882A-12C0-7988BBED9DA9}"/>
              </a:ext>
            </a:extLst>
          </p:cNvPr>
          <p:cNvSpPr txBox="1">
            <a:spLocks/>
          </p:cNvSpPr>
          <p:nvPr/>
        </p:nvSpPr>
        <p:spPr>
          <a:xfrm>
            <a:off x="609595" y="3880966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Total Sales: MTD, QTD, YTD</a:t>
            </a:r>
          </a:p>
          <a:p>
            <a:r>
              <a:rPr lang="en-US"/>
              <a:t>Product-wise Sales Analysis</a:t>
            </a:r>
          </a:p>
          <a:p>
            <a:r>
              <a:rPr lang="en-US"/>
              <a:t>Sales Growth (MoM / YoY)</a:t>
            </a:r>
          </a:p>
          <a:p>
            <a:r>
              <a:rPr lang="en-US"/>
              <a:t>Daily Sales Trend Analysis</a:t>
            </a:r>
          </a:p>
          <a:p>
            <a:r>
              <a:rPr lang="en-US"/>
              <a:t>Top 5 Stores by Sales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Management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36224"/>
            <a:ext cx="6347714" cy="3880773"/>
          </a:xfrm>
        </p:spPr>
        <p:txBody>
          <a:bodyPr/>
          <a:lstStyle/>
          <a:p>
            <a:r>
              <a:rPr dirty="0"/>
              <a:t>Total Inventory Available</a:t>
            </a:r>
          </a:p>
          <a:p>
            <a:r>
              <a:rPr dirty="0"/>
              <a:t>Inventory Value</a:t>
            </a:r>
          </a:p>
          <a:p>
            <a:r>
              <a:rPr dirty="0"/>
              <a:t>Stock Status: In-stock, Under-stock, Out-of-stock</a:t>
            </a:r>
          </a:p>
          <a:p>
            <a:r>
              <a:rPr dirty="0"/>
              <a:t>Warehouse / Location-wise Inventory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C891CE-A16A-9359-5135-2E61FE49ACDA}"/>
              </a:ext>
            </a:extLst>
          </p:cNvPr>
          <p:cNvSpPr txBox="1">
            <a:spLocks/>
          </p:cNvSpPr>
          <p:nvPr/>
        </p:nvSpPr>
        <p:spPr>
          <a:xfrm>
            <a:off x="609600" y="3183501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Regional &amp; Store KPIs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0A508D-AD4A-382B-400B-8BBE7B30C32F}"/>
              </a:ext>
            </a:extLst>
          </p:cNvPr>
          <p:cNvSpPr txBox="1">
            <a:spLocks/>
          </p:cNvSpPr>
          <p:nvPr/>
        </p:nvSpPr>
        <p:spPr>
          <a:xfrm>
            <a:off x="609600" y="3861968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State-wise Sales Performance</a:t>
            </a:r>
          </a:p>
          <a:p>
            <a:r>
              <a:rPr lang="en-US" dirty="0"/>
              <a:t>Region-wise Sales Trends</a:t>
            </a:r>
          </a:p>
          <a:p>
            <a:r>
              <a:rPr lang="en-US" dirty="0"/>
              <a:t>Store-wise Contribution Analysis</a:t>
            </a:r>
          </a:p>
          <a:p>
            <a:r>
              <a:rPr lang="en-US" dirty="0"/>
              <a:t>Identification of High &amp; Low Performing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&amp; Demand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74781"/>
            <a:ext cx="6922169" cy="3880773"/>
          </a:xfrm>
        </p:spPr>
        <p:txBody>
          <a:bodyPr/>
          <a:lstStyle/>
          <a:p>
            <a:r>
              <a:rPr dirty="0"/>
              <a:t>Purchase Method-wise Sales (Online, In-store, Cash, Card)</a:t>
            </a:r>
          </a:p>
          <a:p>
            <a:r>
              <a:rPr dirty="0"/>
              <a:t>Demand vs Supply Analysis</a:t>
            </a:r>
          </a:p>
          <a:p>
            <a:r>
              <a:rPr dirty="0"/>
              <a:t>Stock Replenishment Indicators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D51EB7-805D-24D1-87C9-CED423FEDE0C}"/>
              </a:ext>
            </a:extLst>
          </p:cNvPr>
          <p:cNvSpPr txBox="1">
            <a:spLocks/>
          </p:cNvSpPr>
          <p:nvPr/>
        </p:nvSpPr>
        <p:spPr>
          <a:xfrm>
            <a:off x="609597" y="2932577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Key Insights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803B64-E4BF-0DCB-7257-D0111E72055D}"/>
              </a:ext>
            </a:extLst>
          </p:cNvPr>
          <p:cNvSpPr txBox="1">
            <a:spLocks/>
          </p:cNvSpPr>
          <p:nvPr/>
        </p:nvSpPr>
        <p:spPr>
          <a:xfrm>
            <a:off x="609596" y="3793836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High-performing products and regions identified</a:t>
            </a:r>
          </a:p>
          <a:p>
            <a:r>
              <a:rPr lang="en-US" dirty="0"/>
              <a:t>Inventory imbalance impacts sales performance</a:t>
            </a:r>
          </a:p>
          <a:p>
            <a:r>
              <a:rPr lang="en-US" dirty="0"/>
              <a:t>Out-of-stock situations lead to missed sales</a:t>
            </a:r>
          </a:p>
          <a:p>
            <a:r>
              <a:rPr lang="en-US" dirty="0"/>
              <a:t>Dashboards improve operational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134" y="1488613"/>
            <a:ext cx="6347714" cy="3880773"/>
          </a:xfrm>
        </p:spPr>
        <p:txBody>
          <a:bodyPr/>
          <a:lstStyle/>
          <a:p>
            <a:r>
              <a:rPr dirty="0"/>
              <a:t>Managing large supply chain datasets</a:t>
            </a:r>
          </a:p>
          <a:p>
            <a:r>
              <a:rPr dirty="0"/>
              <a:t>Maintaining inventory accuracy</a:t>
            </a:r>
          </a:p>
          <a:p>
            <a:r>
              <a:rPr dirty="0"/>
              <a:t>Integrating data from multiple sources</a:t>
            </a:r>
          </a:p>
          <a:p>
            <a:r>
              <a:rPr dirty="0"/>
              <a:t>Designing meaningful KPIs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/>
          <a:lstStyle/>
          <a:p>
            <a:r>
              <a:rPr dirty="0"/>
              <a:t>Supply chain KPIs help optimize inventory and sales</a:t>
            </a:r>
          </a:p>
          <a:p>
            <a:r>
              <a:rPr dirty="0"/>
              <a:t>Data-driven decisions improve efficiency</a:t>
            </a:r>
          </a:p>
          <a:p>
            <a:r>
              <a:rPr dirty="0"/>
              <a:t>Project demonstrates practical SCM analytics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0388-F4B9-D1E6-EA36-06D779419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29" y="609600"/>
            <a:ext cx="6347713" cy="782472"/>
          </a:xfrm>
        </p:spPr>
        <p:txBody>
          <a:bodyPr/>
          <a:lstStyle/>
          <a:p>
            <a:r>
              <a:rPr lang="en-US" dirty="0"/>
              <a:t>Excel Dashboard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7374BD-BC56-E8B3-6530-BC8C15720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77" t="27627" r="4478" b="11576"/>
          <a:stretch>
            <a:fillRect/>
          </a:stretch>
        </p:blipFill>
        <p:spPr>
          <a:xfrm>
            <a:off x="436729" y="1514902"/>
            <a:ext cx="7246961" cy="4503761"/>
          </a:xfrm>
        </p:spPr>
      </p:pic>
    </p:spTree>
    <p:extLst>
      <p:ext uri="{BB962C8B-B14F-4D97-AF65-F5344CB8AC3E}">
        <p14:creationId xmlns:p14="http://schemas.microsoft.com/office/powerpoint/2010/main" val="52380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89C-F601-B1D9-717D-73B717E8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64358"/>
          </a:xfrm>
        </p:spPr>
        <p:txBody>
          <a:bodyPr/>
          <a:lstStyle/>
          <a:p>
            <a:r>
              <a:rPr lang="en-US" dirty="0"/>
              <a:t>Tableau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1CD3A-D694-09E2-4C8C-0D4A319F7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905" b="2725"/>
          <a:stretch>
            <a:fillRect/>
          </a:stretch>
        </p:blipFill>
        <p:spPr>
          <a:xfrm>
            <a:off x="723332" y="1473958"/>
            <a:ext cx="6974006" cy="4556787"/>
          </a:xfrm>
        </p:spPr>
      </p:pic>
    </p:spTree>
    <p:extLst>
      <p:ext uri="{BB962C8B-B14F-4D97-AF65-F5344CB8AC3E}">
        <p14:creationId xmlns:p14="http://schemas.microsoft.com/office/powerpoint/2010/main" val="153766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4D4D-C09B-32A6-B92A-E9935C0A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B9BC17-C046-99A7-ACDE-3883EE085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121" t="21127" r="19741" b="14253"/>
          <a:stretch>
            <a:fillRect/>
          </a:stretch>
        </p:blipFill>
        <p:spPr>
          <a:xfrm>
            <a:off x="754825" y="1542195"/>
            <a:ext cx="6737796" cy="4258103"/>
          </a:xfrm>
        </p:spPr>
      </p:pic>
    </p:spTree>
    <p:extLst>
      <p:ext uri="{BB962C8B-B14F-4D97-AF65-F5344CB8AC3E}">
        <p14:creationId xmlns:p14="http://schemas.microsoft.com/office/powerpoint/2010/main" val="120056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EA59-7479-D052-DE30-6D1DB4B0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4549"/>
            <a:ext cx="6347713" cy="1320800"/>
          </a:xfrm>
        </p:spPr>
        <p:txBody>
          <a:bodyPr/>
          <a:lstStyle/>
          <a:p>
            <a:r>
              <a:rPr lang="en-US" dirty="0"/>
              <a:t>SQL</a:t>
            </a: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86CA2F1-B2B5-789E-35A8-1C5A85AD9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139" t="21126" r="30705" b="31843"/>
          <a:stretch>
            <a:fillRect/>
          </a:stretch>
        </p:blipFill>
        <p:spPr>
          <a:xfrm>
            <a:off x="641185" y="1270000"/>
            <a:ext cx="4752726" cy="2609758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DBDFA1-C56F-114A-2C95-0F216C3222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98" t="20851" r="29403" b="26704"/>
          <a:stretch>
            <a:fillRect/>
          </a:stretch>
        </p:blipFill>
        <p:spPr>
          <a:xfrm>
            <a:off x="4440073" y="1266212"/>
            <a:ext cx="3977569" cy="26961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F121A5-F512-DE7E-686A-5F2680FAF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98" t="18873" r="36714" b="25112"/>
          <a:stretch>
            <a:fillRect/>
          </a:stretch>
        </p:blipFill>
        <p:spPr>
          <a:xfrm>
            <a:off x="726358" y="3883546"/>
            <a:ext cx="3231493" cy="26097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A90CB0-591F-DB90-7A15-926B946BEF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98" t="18874" r="38508" b="33607"/>
          <a:stretch>
            <a:fillRect/>
          </a:stretch>
        </p:blipFill>
        <p:spPr>
          <a:xfrm>
            <a:off x="4425159" y="4145891"/>
            <a:ext cx="4094327" cy="24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1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396" y="3011606"/>
            <a:ext cx="6347713" cy="13208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343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Supply Chain Management Project</vt:lpstr>
      <vt:lpstr>Introduction</vt:lpstr>
      <vt:lpstr>Tools &amp; Technologies</vt:lpstr>
      <vt:lpstr>Inventory Management KPIs</vt:lpstr>
      <vt:lpstr>Purchase &amp; Demand KPIs</vt:lpstr>
      <vt:lpstr>Challenges</vt:lpstr>
      <vt:lpstr>Conclusion</vt:lpstr>
      <vt:lpstr>Excel Dashboard</vt:lpstr>
      <vt:lpstr>Tableau Dashboard</vt:lpstr>
      <vt:lpstr>Power BI Dashboard</vt:lpstr>
      <vt:lpstr>SQL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Chetana</dc:creator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2026-01-21T09:09:30Z</dcterms:modified>
  <cp:category/>
</cp:coreProperties>
</file>